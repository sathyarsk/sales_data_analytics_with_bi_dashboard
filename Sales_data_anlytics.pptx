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ECF48-087A-4C77-9298-CEFBB363750E}" type="datetimeFigureOut">
              <a:rPr lang="en-US" smtClean="0"/>
              <a:pPr/>
              <a:t>10/12/2026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82BD-E7CB-4F0A-ABC0-DFA8E49B352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GEBeOzExrOVdW1cYnWclaBbXy5fmlHD-sThrDJbBxs/edit?usp=sharing" TargetMode="External"/><Relationship Id="rId2" Type="http://schemas.openxmlformats.org/officeDocument/2006/relationships/hyperlink" Target="https://docs.google.com/spreadsheets/d/1Z5EnKKsHJeMpmVvw3ebRcw4pNdHDTQpeHMy-eONTplY/edit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athyarsk/Sales_Data_Analytics_With_BI_Dashboard" TargetMode="External"/><Relationship Id="rId4" Type="http://schemas.openxmlformats.org/officeDocument/2006/relationships/hyperlink" Target="https://docs.google.com/spreadsheets/d/1mpcMjWRf3IMQX8g-cJNQGComYNXwe46RDVsOXti76jc/edit?usp=sharin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Sales and Customer Data Analysis with BI Dashboard</a:t>
            </a:r>
            <a:r>
              <a:rPr lang="en-IN" b="1" dirty="0" smtClean="0">
                <a:solidFill>
                  <a:srgbClr val="FF0000"/>
                </a:solidFill>
              </a:rPr>
              <a:t>	</a:t>
            </a:r>
            <a:br>
              <a:rPr lang="en-IN" b="1" dirty="0" smtClean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				Submitted by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				</a:t>
            </a:r>
            <a:r>
              <a:rPr lang="en-IN" b="1" dirty="0" err="1" smtClean="0">
                <a:solidFill>
                  <a:srgbClr val="002060"/>
                </a:solidFill>
              </a:rPr>
              <a:t>Sathya</a:t>
            </a:r>
            <a:r>
              <a:rPr lang="en-IN" b="1" dirty="0" smtClean="0">
                <a:solidFill>
                  <a:srgbClr val="002060"/>
                </a:solidFill>
              </a:rPr>
              <a:t> </a:t>
            </a:r>
          </a:p>
          <a:p>
            <a:r>
              <a:rPr lang="en-IN" sz="2800" b="1" dirty="0" smtClean="0">
                <a:solidFill>
                  <a:srgbClr val="002060"/>
                </a:solidFill>
              </a:rPr>
              <a:t>				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3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This project focuses on analyzing sales and customer data to generate meaningful business insights. </a:t>
            </a:r>
          </a:p>
          <a:p>
            <a:r>
              <a:rPr lang="en-IN" sz="3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IN" sz="31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PySpark</a:t>
            </a:r>
            <a:r>
              <a:rPr lang="en-IN" sz="3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and Spark SQL for data cleaning, transformation, and analysis, with Google Sheets for dashboard visualization and reporting.</a:t>
            </a:r>
          </a:p>
          <a:p>
            <a:r>
              <a:rPr lang="en-IN" sz="3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project also explores predictive sales forecasting using historical monthly sales data to understand potential future revenue trends.</a:t>
            </a:r>
          </a:p>
          <a:p>
            <a:endParaRPr lang="en-IN" sz="36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Tech Stack</a:t>
            </a:r>
            <a:r>
              <a:rPr lang="en-IN" b="1" dirty="0" smtClean="0"/>
              <a:t>	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IN" dirty="0" smtClean="0">
              <a:solidFill>
                <a:srgbClr val="66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r>
              <a:rPr lang="en-IN" dirty="0" err="1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Pyspark</a:t>
            </a:r>
            <a:endParaRPr lang="en-IN" dirty="0" smtClean="0">
              <a:solidFill>
                <a:srgbClr val="66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Pandas</a:t>
            </a:r>
          </a:p>
          <a:p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Spark SQL</a:t>
            </a:r>
          </a:p>
          <a:p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IN" dirty="0" err="1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Colab</a:t>
            </a:r>
            <a:endParaRPr lang="en-IN" dirty="0" smtClean="0">
              <a:solidFill>
                <a:srgbClr val="66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err="1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IN" dirty="0" err="1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spread</a:t>
            </a:r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IN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Google Sheet</a:t>
            </a:r>
          </a:p>
          <a:p>
            <a:r>
              <a:rPr lang="en-IN" dirty="0" err="1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endParaRPr lang="en-IN" dirty="0" smtClean="0">
              <a:solidFill>
                <a:srgbClr val="6600FF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Sales Dataset</a:t>
            </a:r>
          </a:p>
          <a:p>
            <a:pPr>
              <a:buNone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data_analytics_sales_dataset</a:t>
            </a:r>
            <a:r>
              <a:rPr lang="en-IN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Contains sales-related information used for: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Calculating total sales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Product performance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Regional sales comparison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Expense and profit analysis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Payment mode analysis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Monthly sales forecasting</a:t>
            </a:r>
          </a:p>
          <a:p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2. Customer Dataset</a:t>
            </a:r>
          </a:p>
          <a:p>
            <a:pPr lvl="1"/>
            <a:r>
              <a:rPr lang="en-IN" sz="20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customer_analytics_dataset</a:t>
            </a:r>
            <a:endParaRPr lang="en-IN" sz="2000" b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Contains customer-related information used for: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Customer segmentation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Age-group spending analysis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Customer feedback analysis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Spending </a:t>
            </a:r>
            <a:r>
              <a:rPr lang="en-IN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endParaRPr lang="en-IN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Membership analysis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Load sales and customer datasets to Google </a:t>
            </a:r>
            <a:r>
              <a:rPr lang="en-IN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Colab</a:t>
            </a:r>
            <a:endParaRPr lang="en-IN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Converting the source data to CSV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Clean and Transform data using </a:t>
            </a:r>
            <a:r>
              <a:rPr lang="en-IN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PySpark</a:t>
            </a: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Perform aggregations and analysis using Spark SQL.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Calculate sales, profit, and customer metrics.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Analyze historical monthly sales patterns.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Prepare data for predictive sales forecasting.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Export analysis results to Google Sheets.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Build KPI cards, charts, and interactive dashboard filters.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 business insights through visual reports.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Results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Level 1 Dashboard</a:t>
            </a:r>
          </a:p>
          <a:p>
            <a:r>
              <a:rPr lang="en-IN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https://docs.google.com/spreadsheets/d/1Z5EnKKsHJeMpmVvw3ebRcw4pNdHDTQpeHMy-eONTplY/edit?usp=sharing</a:t>
            </a:r>
            <a:endParaRPr lang="en-IN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Level 2 Dashboard</a:t>
            </a:r>
          </a:p>
          <a:p>
            <a:r>
              <a:rPr lang="en-IN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https://docs.google.com/spreadsheets/d/1yGEBeOzExrOVdW1cYnWclaBbXy5fmlHD-sThrDJbBxs/edit?usp=sharing</a:t>
            </a:r>
            <a:endParaRPr lang="en-IN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Level 3 Dashboard</a:t>
            </a:r>
          </a:p>
          <a:p>
            <a:r>
              <a:rPr lang="en-IN" sz="18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https://docs.google.com/spreadsheets/d/1mpcMjWRf3IMQX8g-cJNQGComYNXwe46RDVsOXti76jc/edit?usp=sharing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endParaRPr lang="en-IN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https://github.com/sathyarsk/Sales_Data_Analytics_With_BI_Dashboard</a:t>
            </a:r>
            <a:endParaRPr lang="en-IN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Level 1 Analytics Dashboard</a:t>
            </a:r>
            <a:endParaRPr lang="en-IN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49759" y="1600200"/>
            <a:ext cx="464448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Level 2 Analytics Dashboard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09018" y="1600200"/>
            <a:ext cx="452596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Level 3 Analytics Dashboard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19155"/>
            <a:ext cx="8229600" cy="3888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Successfully analyzed sales and customer datasets using </a:t>
            </a:r>
            <a:r>
              <a:rPr lang="en-IN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PySpark</a:t>
            </a: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and Spark SQL.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Developed key business metrics to monitor sales, profit, and order performance.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Identified customer spending patterns, regional sales trends, product performance, and payment preferences.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Built a Google Sheets dashboard with KPI cards, charts, and interactive filters.</a:t>
            </a:r>
          </a:p>
          <a:p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Explored predictive sales forecasting to understand potential future revenue trends.</a:t>
            </a:r>
          </a:p>
          <a:p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284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Sales and Customer Data Analysis with BI Dashboard  </vt:lpstr>
      <vt:lpstr>Project Overview</vt:lpstr>
      <vt:lpstr>   Tech Stack  </vt:lpstr>
      <vt:lpstr>Dataset</vt:lpstr>
      <vt:lpstr>Dataset</vt:lpstr>
      <vt:lpstr>Project Workflow</vt:lpstr>
      <vt:lpstr>Results</vt:lpstr>
      <vt:lpstr>Level 1 Analytics Dashboard</vt:lpstr>
      <vt:lpstr>Level 2 Analytics Dashboard</vt:lpstr>
      <vt:lpstr>Level 3 Analytics Dashboard</vt:lpstr>
      <vt:lpstr>Conclusion</vt:lpstr>
      <vt:lpstr>Slide 12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Customer Data Analysis with BI Dashboard</dc:title>
  <dc:creator>rajeshitha</dc:creator>
  <cp:lastModifiedBy>rajeshitha</cp:lastModifiedBy>
  <cp:revision>12</cp:revision>
  <dcterms:created xsi:type="dcterms:W3CDTF">2026-10-12T09:31:58Z</dcterms:created>
  <dcterms:modified xsi:type="dcterms:W3CDTF">2026-10-12T11:19:02Z</dcterms:modified>
</cp:coreProperties>
</file>